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27"/>
  </p:normalViewPr>
  <p:slideViewPr>
    <p:cSldViewPr snapToGrid="0" snapToObjects="1">
      <p:cViewPr varScale="1">
        <p:scale>
          <a:sx n="104" d="100"/>
          <a:sy n="104" d="100"/>
        </p:scale>
        <p:origin x="232"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4/7/20</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648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4/7/20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057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4/7/20</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34091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4/7/20</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129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4/7/20</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38758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4/7/20</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5014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4/7/20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9327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4/7/20</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74528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4/7/20</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3582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4/7/20</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8408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4/7/20</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9043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4/7/20</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905426"/>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7" r:id="rId6"/>
    <p:sldLayoutId id="2147483752" r:id="rId7"/>
    <p:sldLayoutId id="2147483753" r:id="rId8"/>
    <p:sldLayoutId id="2147483754" r:id="rId9"/>
    <p:sldLayoutId id="2147483756" r:id="rId10"/>
    <p:sldLayoutId id="2147483755" r:id="rId11"/>
  </p:sldLayoutIdLst>
  <p:hf sldNum="0" hdr="0" ftr="0" dt="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2EFFA7-214B-4A3D-9E54-A7A027DD7940}"/>
              </a:ext>
            </a:extLst>
          </p:cNvPr>
          <p:cNvPicPr>
            <a:picLocks noChangeAspect="1"/>
          </p:cNvPicPr>
          <p:nvPr/>
        </p:nvPicPr>
        <p:blipFill rotWithShape="1">
          <a:blip r:embed="rId2"/>
          <a:srcRect t="15413"/>
          <a:stretch/>
        </p:blipFill>
        <p:spPr>
          <a:xfrm>
            <a:off x="20" y="975"/>
            <a:ext cx="12191980" cy="6858000"/>
          </a:xfrm>
          <a:prstGeom prst="rect">
            <a:avLst/>
          </a:prstGeom>
        </p:spPr>
      </p:pic>
      <p:sp>
        <p:nvSpPr>
          <p:cNvPr id="11" name="Rectangle 10">
            <a:extLst>
              <a:ext uri="{FF2B5EF4-FFF2-40B4-BE49-F238E27FC236}">
                <a16:creationId xmlns:a16="http://schemas.microsoft.com/office/drawing/2014/main" id="{B94BE868-D43F-4940-8CE9-93D953A11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992622" y="-341385"/>
            <a:ext cx="6858003" cy="7540754"/>
          </a:xfrm>
          <a:prstGeom prst="rect">
            <a:avLst/>
          </a:prstGeom>
          <a:gradFill flip="none" rotWithShape="1">
            <a:gsLst>
              <a:gs pos="48000">
                <a:schemeClr val="tx1">
                  <a:alpha val="25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7267D-BFF2-BE41-9CAD-EBB0FAF40378}"/>
              </a:ext>
            </a:extLst>
          </p:cNvPr>
          <p:cNvSpPr>
            <a:spLocks noGrp="1"/>
          </p:cNvSpPr>
          <p:nvPr>
            <p:ph type="ctrTitle"/>
          </p:nvPr>
        </p:nvSpPr>
        <p:spPr>
          <a:xfrm>
            <a:off x="5412260" y="1475234"/>
            <a:ext cx="5925464" cy="2901694"/>
          </a:xfrm>
        </p:spPr>
        <p:txBody>
          <a:bodyPr anchor="b">
            <a:normAutofit/>
          </a:bodyPr>
          <a:lstStyle/>
          <a:p>
            <a:r>
              <a:rPr lang="en-US" sz="4400" dirty="0">
                <a:solidFill>
                  <a:schemeClr val="bg1"/>
                </a:solidFill>
              </a:rPr>
              <a:t>Final Assignment</a:t>
            </a:r>
          </a:p>
        </p:txBody>
      </p:sp>
      <p:cxnSp>
        <p:nvCxnSpPr>
          <p:cNvPr id="13" name="Straight Connector 12">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997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2BA8A-1268-A84A-AAD6-00D1DE39ED99}"/>
              </a:ext>
            </a:extLst>
          </p:cNvPr>
          <p:cNvSpPr>
            <a:spLocks noGrp="1"/>
          </p:cNvSpPr>
          <p:nvPr>
            <p:ph type="title"/>
          </p:nvPr>
        </p:nvSpPr>
        <p:spPr/>
        <p:txBody>
          <a:bodyPr>
            <a:normAutofit/>
          </a:bodyPr>
          <a:lstStyle/>
          <a:p>
            <a:r>
              <a:rPr lang="en-US" b="1" dirty="0"/>
              <a:t>Problem Statement </a:t>
            </a:r>
            <a:endParaRPr lang="en-US" dirty="0"/>
          </a:p>
        </p:txBody>
      </p:sp>
      <p:sp>
        <p:nvSpPr>
          <p:cNvPr id="3" name="Content Placeholder 2">
            <a:extLst>
              <a:ext uri="{FF2B5EF4-FFF2-40B4-BE49-F238E27FC236}">
                <a16:creationId xmlns:a16="http://schemas.microsoft.com/office/drawing/2014/main" id="{48B3B34F-1106-6546-AD60-278AF41DCB91}"/>
              </a:ext>
            </a:extLst>
          </p:cNvPr>
          <p:cNvSpPr>
            <a:spLocks noGrp="1"/>
          </p:cNvSpPr>
          <p:nvPr>
            <p:ph idx="1"/>
          </p:nvPr>
        </p:nvSpPr>
        <p:spPr/>
        <p:txBody>
          <a:bodyPr/>
          <a:lstStyle/>
          <a:p>
            <a:pPr>
              <a:lnSpc>
                <a:spcPct val="200000"/>
              </a:lnSpc>
            </a:pPr>
            <a:r>
              <a:rPr lang="en-US" dirty="0"/>
              <a:t>In our project, we attempt to help the new emigrants (both internal and external) by clustering the venue categories together. We will supply the model with all venue categories and all the cities of central Florida. After examining the clustering, we should be able to generate a set of recommendations to the new emigrants which should increase their chances to succeed with their business ideas. </a:t>
            </a:r>
          </a:p>
        </p:txBody>
      </p:sp>
    </p:spTree>
    <p:extLst>
      <p:ext uri="{BB962C8B-B14F-4D97-AF65-F5344CB8AC3E}">
        <p14:creationId xmlns:p14="http://schemas.microsoft.com/office/powerpoint/2010/main" val="6799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B89A6-B649-434C-8060-4B16D2E062A5}"/>
              </a:ext>
            </a:extLst>
          </p:cNvPr>
          <p:cNvSpPr>
            <a:spLocks noGrp="1"/>
          </p:cNvSpPr>
          <p:nvPr>
            <p:ph type="title"/>
          </p:nvPr>
        </p:nvSpPr>
        <p:spPr/>
        <p:txBody>
          <a:bodyPr>
            <a:normAutofit/>
          </a:bodyPr>
          <a:lstStyle/>
          <a:p>
            <a:r>
              <a:rPr lang="en-US" b="1" dirty="0"/>
              <a:t>Data Description </a:t>
            </a:r>
            <a:endParaRPr lang="en-US" dirty="0"/>
          </a:p>
        </p:txBody>
      </p:sp>
      <p:pic>
        <p:nvPicPr>
          <p:cNvPr id="5" name="Picture 4">
            <a:extLst>
              <a:ext uri="{FF2B5EF4-FFF2-40B4-BE49-F238E27FC236}">
                <a16:creationId xmlns:a16="http://schemas.microsoft.com/office/drawing/2014/main" id="{594F606E-A776-3141-ACA9-FA2D7936E324}"/>
              </a:ext>
            </a:extLst>
          </p:cNvPr>
          <p:cNvPicPr>
            <a:picLocks noChangeAspect="1"/>
          </p:cNvPicPr>
          <p:nvPr/>
        </p:nvPicPr>
        <p:blipFill>
          <a:blip r:embed="rId2"/>
          <a:stretch>
            <a:fillRect/>
          </a:stretch>
        </p:blipFill>
        <p:spPr>
          <a:xfrm>
            <a:off x="3124200" y="2800350"/>
            <a:ext cx="5943600" cy="1257300"/>
          </a:xfrm>
          <a:prstGeom prst="rect">
            <a:avLst/>
          </a:prstGeom>
        </p:spPr>
      </p:pic>
    </p:spTree>
    <p:extLst>
      <p:ext uri="{BB962C8B-B14F-4D97-AF65-F5344CB8AC3E}">
        <p14:creationId xmlns:p14="http://schemas.microsoft.com/office/powerpoint/2010/main" val="261517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AB7A-8F59-BC4B-918E-DFD011CD65BF}"/>
              </a:ext>
            </a:extLst>
          </p:cNvPr>
          <p:cNvSpPr>
            <a:spLocks noGrp="1"/>
          </p:cNvSpPr>
          <p:nvPr>
            <p:ph type="title"/>
          </p:nvPr>
        </p:nvSpPr>
        <p:spPr/>
        <p:txBody>
          <a:bodyPr>
            <a:normAutofit/>
          </a:bodyPr>
          <a:lstStyle/>
          <a:p>
            <a:r>
              <a:rPr lang="en-US" b="1" dirty="0"/>
              <a:t>Methodology</a:t>
            </a:r>
            <a:endParaRPr lang="en-US" dirty="0"/>
          </a:p>
        </p:txBody>
      </p:sp>
      <p:sp>
        <p:nvSpPr>
          <p:cNvPr id="3" name="Content Placeholder 2">
            <a:extLst>
              <a:ext uri="{FF2B5EF4-FFF2-40B4-BE49-F238E27FC236}">
                <a16:creationId xmlns:a16="http://schemas.microsoft.com/office/drawing/2014/main" id="{8E0E9FAE-1F72-264F-A118-45B51C0F0A4C}"/>
              </a:ext>
            </a:extLst>
          </p:cNvPr>
          <p:cNvSpPr>
            <a:spLocks noGrp="1"/>
          </p:cNvSpPr>
          <p:nvPr>
            <p:ph idx="1"/>
          </p:nvPr>
        </p:nvSpPr>
        <p:spPr>
          <a:xfrm>
            <a:off x="1097280" y="2108202"/>
            <a:ext cx="10058400" cy="943918"/>
          </a:xfrm>
        </p:spPr>
        <p:txBody>
          <a:bodyPr>
            <a:normAutofit fontScale="85000" lnSpcReduction="10000"/>
          </a:bodyPr>
          <a:lstStyle/>
          <a:p>
            <a:r>
              <a:rPr lang="en-US" dirty="0" err="1"/>
              <a:t>kmeans</a:t>
            </a:r>
            <a:r>
              <a:rPr lang="en-US" dirty="0"/>
              <a:t> = </a:t>
            </a:r>
            <a:r>
              <a:rPr lang="en-US" dirty="0" err="1"/>
              <a:t>KMeans</a:t>
            </a:r>
            <a:r>
              <a:rPr lang="en-US" dirty="0"/>
              <a:t>(</a:t>
            </a:r>
            <a:r>
              <a:rPr lang="en-US" dirty="0" err="1"/>
              <a:t>n_clusters</a:t>
            </a:r>
            <a:r>
              <a:rPr lang="en-US" dirty="0"/>
              <a:t>=</a:t>
            </a:r>
            <a:r>
              <a:rPr lang="en-US" dirty="0" err="1"/>
              <a:t>kclusters</a:t>
            </a:r>
            <a:r>
              <a:rPr lang="en-US" dirty="0"/>
              <a:t>, </a:t>
            </a:r>
            <a:r>
              <a:rPr lang="en-US" dirty="0" err="1"/>
              <a:t>random_state</a:t>
            </a:r>
            <a:r>
              <a:rPr lang="en-US" dirty="0"/>
              <a:t>=0).fit(</a:t>
            </a:r>
            <a:r>
              <a:rPr lang="en-US" dirty="0" err="1"/>
              <a:t>CentralFL_grouped_clustering</a:t>
            </a:r>
            <a:r>
              <a:rPr lang="en-US" dirty="0"/>
              <a:t>)</a:t>
            </a:r>
          </a:p>
          <a:p>
            <a:r>
              <a:rPr lang="en-US" dirty="0"/>
              <a:t> </a:t>
            </a:r>
          </a:p>
          <a:p>
            <a:endParaRPr lang="en-US" dirty="0"/>
          </a:p>
        </p:txBody>
      </p:sp>
      <p:pic>
        <p:nvPicPr>
          <p:cNvPr id="4" name="Picture 3" descr="A screenshot of a cell phone&#10;&#10;Description automatically generated">
            <a:extLst>
              <a:ext uri="{FF2B5EF4-FFF2-40B4-BE49-F238E27FC236}">
                <a16:creationId xmlns:a16="http://schemas.microsoft.com/office/drawing/2014/main" id="{B2F7C81D-92BE-3948-9305-070484D30C81}"/>
              </a:ext>
            </a:extLst>
          </p:cNvPr>
          <p:cNvPicPr/>
          <p:nvPr/>
        </p:nvPicPr>
        <p:blipFill>
          <a:blip r:embed="rId2"/>
          <a:stretch>
            <a:fillRect/>
          </a:stretch>
        </p:blipFill>
        <p:spPr>
          <a:xfrm>
            <a:off x="2023419" y="2580161"/>
            <a:ext cx="8145162" cy="3573394"/>
          </a:xfrm>
          <a:prstGeom prst="rect">
            <a:avLst/>
          </a:prstGeom>
        </p:spPr>
      </p:pic>
    </p:spTree>
    <p:extLst>
      <p:ext uri="{BB962C8B-B14F-4D97-AF65-F5344CB8AC3E}">
        <p14:creationId xmlns:p14="http://schemas.microsoft.com/office/powerpoint/2010/main" val="1913697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03B-BC2E-144F-8C73-C870DBD46F57}"/>
              </a:ext>
            </a:extLst>
          </p:cNvPr>
          <p:cNvSpPr>
            <a:spLocks noGrp="1"/>
          </p:cNvSpPr>
          <p:nvPr>
            <p:ph type="title"/>
          </p:nvPr>
        </p:nvSpPr>
        <p:spPr/>
        <p:txBody>
          <a:bodyPr>
            <a:normAutofit/>
          </a:bodyPr>
          <a:lstStyle/>
          <a:p>
            <a:r>
              <a:rPr lang="en-US" b="1" dirty="0"/>
              <a:t>Results (1 -5)</a:t>
            </a:r>
            <a:endParaRPr lang="en-US" dirty="0"/>
          </a:p>
        </p:txBody>
      </p:sp>
      <p:pic>
        <p:nvPicPr>
          <p:cNvPr id="4" name="Picture 3" descr="A screenshot of a cell phone&#10;&#10;Description automatically generated">
            <a:extLst>
              <a:ext uri="{FF2B5EF4-FFF2-40B4-BE49-F238E27FC236}">
                <a16:creationId xmlns:a16="http://schemas.microsoft.com/office/drawing/2014/main" id="{98AD2328-49C1-1746-B981-A8B2AEE826C1}"/>
              </a:ext>
            </a:extLst>
          </p:cNvPr>
          <p:cNvPicPr/>
          <p:nvPr/>
        </p:nvPicPr>
        <p:blipFill>
          <a:blip r:embed="rId2"/>
          <a:stretch>
            <a:fillRect/>
          </a:stretch>
        </p:blipFill>
        <p:spPr>
          <a:xfrm>
            <a:off x="2088291" y="2201913"/>
            <a:ext cx="7659130" cy="3185632"/>
          </a:xfrm>
          <a:prstGeom prst="rect">
            <a:avLst/>
          </a:prstGeom>
        </p:spPr>
      </p:pic>
    </p:spTree>
    <p:extLst>
      <p:ext uri="{BB962C8B-B14F-4D97-AF65-F5344CB8AC3E}">
        <p14:creationId xmlns:p14="http://schemas.microsoft.com/office/powerpoint/2010/main" val="391125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03B-BC2E-144F-8C73-C870DBD46F57}"/>
              </a:ext>
            </a:extLst>
          </p:cNvPr>
          <p:cNvSpPr>
            <a:spLocks noGrp="1"/>
          </p:cNvSpPr>
          <p:nvPr>
            <p:ph type="title"/>
          </p:nvPr>
        </p:nvSpPr>
        <p:spPr/>
        <p:txBody>
          <a:bodyPr>
            <a:normAutofit/>
          </a:bodyPr>
          <a:lstStyle/>
          <a:p>
            <a:r>
              <a:rPr lang="en-US" b="1" dirty="0"/>
              <a:t>Results (2 -5)</a:t>
            </a:r>
            <a:endParaRPr lang="en-US" dirty="0"/>
          </a:p>
        </p:txBody>
      </p:sp>
      <p:pic>
        <p:nvPicPr>
          <p:cNvPr id="3" name="Picture 2" descr="A screenshot of a cell phone&#10;&#10;Description automatically generated">
            <a:extLst>
              <a:ext uri="{FF2B5EF4-FFF2-40B4-BE49-F238E27FC236}">
                <a16:creationId xmlns:a16="http://schemas.microsoft.com/office/drawing/2014/main" id="{F8C890CB-4969-834A-8257-AF42544DF994}"/>
              </a:ext>
            </a:extLst>
          </p:cNvPr>
          <p:cNvPicPr/>
          <p:nvPr/>
        </p:nvPicPr>
        <p:blipFill>
          <a:blip r:embed="rId2"/>
          <a:stretch>
            <a:fillRect/>
          </a:stretch>
        </p:blipFill>
        <p:spPr>
          <a:xfrm>
            <a:off x="1332469" y="2387248"/>
            <a:ext cx="9331411" cy="3210363"/>
          </a:xfrm>
          <a:prstGeom prst="rect">
            <a:avLst/>
          </a:prstGeom>
        </p:spPr>
      </p:pic>
    </p:spTree>
    <p:extLst>
      <p:ext uri="{BB962C8B-B14F-4D97-AF65-F5344CB8AC3E}">
        <p14:creationId xmlns:p14="http://schemas.microsoft.com/office/powerpoint/2010/main" val="623323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03B-BC2E-144F-8C73-C870DBD46F57}"/>
              </a:ext>
            </a:extLst>
          </p:cNvPr>
          <p:cNvSpPr>
            <a:spLocks noGrp="1"/>
          </p:cNvSpPr>
          <p:nvPr>
            <p:ph type="title"/>
          </p:nvPr>
        </p:nvSpPr>
        <p:spPr/>
        <p:txBody>
          <a:bodyPr>
            <a:normAutofit/>
          </a:bodyPr>
          <a:lstStyle/>
          <a:p>
            <a:r>
              <a:rPr lang="en-US" b="1" dirty="0"/>
              <a:t>Results (3 -5)</a:t>
            </a:r>
            <a:endParaRPr lang="en-US" dirty="0"/>
          </a:p>
        </p:txBody>
      </p:sp>
      <p:pic>
        <p:nvPicPr>
          <p:cNvPr id="3" name="Picture 2" descr="A screenshot of a cell phone&#10;&#10;Description automatically generated">
            <a:extLst>
              <a:ext uri="{FF2B5EF4-FFF2-40B4-BE49-F238E27FC236}">
                <a16:creationId xmlns:a16="http://schemas.microsoft.com/office/drawing/2014/main" id="{736397BC-C2AA-2E44-82BE-F529E617D1BD}"/>
              </a:ext>
            </a:extLst>
          </p:cNvPr>
          <p:cNvPicPr/>
          <p:nvPr/>
        </p:nvPicPr>
        <p:blipFill>
          <a:blip r:embed="rId2"/>
          <a:stretch>
            <a:fillRect/>
          </a:stretch>
        </p:blipFill>
        <p:spPr>
          <a:xfrm>
            <a:off x="2165521" y="2046107"/>
            <a:ext cx="7860957" cy="3895013"/>
          </a:xfrm>
          <a:prstGeom prst="rect">
            <a:avLst/>
          </a:prstGeom>
        </p:spPr>
      </p:pic>
    </p:spTree>
    <p:extLst>
      <p:ext uri="{BB962C8B-B14F-4D97-AF65-F5344CB8AC3E}">
        <p14:creationId xmlns:p14="http://schemas.microsoft.com/office/powerpoint/2010/main" val="1481292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03B-BC2E-144F-8C73-C870DBD46F57}"/>
              </a:ext>
            </a:extLst>
          </p:cNvPr>
          <p:cNvSpPr>
            <a:spLocks noGrp="1"/>
          </p:cNvSpPr>
          <p:nvPr>
            <p:ph type="title"/>
          </p:nvPr>
        </p:nvSpPr>
        <p:spPr/>
        <p:txBody>
          <a:bodyPr>
            <a:normAutofit/>
          </a:bodyPr>
          <a:lstStyle/>
          <a:p>
            <a:r>
              <a:rPr lang="en-US" b="1" dirty="0"/>
              <a:t>Results (4 -5)</a:t>
            </a:r>
            <a:endParaRPr lang="en-US" dirty="0"/>
          </a:p>
        </p:txBody>
      </p:sp>
      <p:pic>
        <p:nvPicPr>
          <p:cNvPr id="3" name="Picture 2" descr="A screenshot of a cell phone&#10;&#10;Description automatically generated">
            <a:extLst>
              <a:ext uri="{FF2B5EF4-FFF2-40B4-BE49-F238E27FC236}">
                <a16:creationId xmlns:a16="http://schemas.microsoft.com/office/drawing/2014/main" id="{B2723AB9-AF99-014E-B1C1-50F4F9172B28}"/>
              </a:ext>
            </a:extLst>
          </p:cNvPr>
          <p:cNvPicPr/>
          <p:nvPr/>
        </p:nvPicPr>
        <p:blipFill>
          <a:blip r:embed="rId2"/>
          <a:stretch>
            <a:fillRect/>
          </a:stretch>
        </p:blipFill>
        <p:spPr>
          <a:xfrm>
            <a:off x="2607275" y="2301960"/>
            <a:ext cx="7362568" cy="3345077"/>
          </a:xfrm>
          <a:prstGeom prst="rect">
            <a:avLst/>
          </a:prstGeom>
        </p:spPr>
      </p:pic>
    </p:spTree>
    <p:extLst>
      <p:ext uri="{BB962C8B-B14F-4D97-AF65-F5344CB8AC3E}">
        <p14:creationId xmlns:p14="http://schemas.microsoft.com/office/powerpoint/2010/main" val="523686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703B-BC2E-144F-8C73-C870DBD46F57}"/>
              </a:ext>
            </a:extLst>
          </p:cNvPr>
          <p:cNvSpPr>
            <a:spLocks noGrp="1"/>
          </p:cNvSpPr>
          <p:nvPr>
            <p:ph type="title"/>
          </p:nvPr>
        </p:nvSpPr>
        <p:spPr/>
        <p:txBody>
          <a:bodyPr>
            <a:normAutofit/>
          </a:bodyPr>
          <a:lstStyle/>
          <a:p>
            <a:r>
              <a:rPr lang="en-US" b="1" dirty="0"/>
              <a:t>Results (5 -5)</a:t>
            </a:r>
            <a:endParaRPr lang="en-US" dirty="0"/>
          </a:p>
        </p:txBody>
      </p:sp>
      <p:pic>
        <p:nvPicPr>
          <p:cNvPr id="3" name="Picture 2" descr="A screenshot of a cell phone&#10;&#10;Description automatically generated">
            <a:extLst>
              <a:ext uri="{FF2B5EF4-FFF2-40B4-BE49-F238E27FC236}">
                <a16:creationId xmlns:a16="http://schemas.microsoft.com/office/drawing/2014/main" id="{C2F7E3D1-8681-7B49-9ED2-6CC3CB13D590}"/>
              </a:ext>
            </a:extLst>
          </p:cNvPr>
          <p:cNvPicPr/>
          <p:nvPr/>
        </p:nvPicPr>
        <p:blipFill>
          <a:blip r:embed="rId2"/>
          <a:stretch>
            <a:fillRect/>
          </a:stretch>
        </p:blipFill>
        <p:spPr>
          <a:xfrm>
            <a:off x="2661851" y="2486625"/>
            <a:ext cx="6868297" cy="3288297"/>
          </a:xfrm>
          <a:prstGeom prst="rect">
            <a:avLst/>
          </a:prstGeom>
        </p:spPr>
      </p:pic>
    </p:spTree>
    <p:extLst>
      <p:ext uri="{BB962C8B-B14F-4D97-AF65-F5344CB8AC3E}">
        <p14:creationId xmlns:p14="http://schemas.microsoft.com/office/powerpoint/2010/main" val="2722832239"/>
      </p:ext>
    </p:extLst>
  </p:cSld>
  <p:clrMapOvr>
    <a:masterClrMapping/>
  </p:clrMapOvr>
</p:sld>
</file>

<file path=ppt/theme/theme1.xml><?xml version="1.0" encoding="utf-8"?>
<a:theme xmlns:a="http://schemas.openxmlformats.org/drawingml/2006/main" name="RetrospectVTI">
  <a:themeElements>
    <a:clrScheme name="AnalogousFromRegularSeedLeftStep">
      <a:dk1>
        <a:srgbClr val="000000"/>
      </a:dk1>
      <a:lt1>
        <a:srgbClr val="FFFFFF"/>
      </a:lt1>
      <a:dk2>
        <a:srgbClr val="243741"/>
      </a:dk2>
      <a:lt2>
        <a:srgbClr val="E8E7E2"/>
      </a:lt2>
      <a:accent1>
        <a:srgbClr val="2D58E3"/>
      </a:accent1>
      <a:accent2>
        <a:srgbClr val="1B92D1"/>
      </a:accent2>
      <a:accent3>
        <a:srgbClr val="24B6AB"/>
      </a:accent3>
      <a:accent4>
        <a:srgbClr val="18B96A"/>
      </a:accent4>
      <a:accent5>
        <a:srgbClr val="25BB33"/>
      </a:accent5>
      <a:accent6>
        <a:srgbClr val="4BB918"/>
      </a:accent6>
      <a:hlink>
        <a:srgbClr val="977F32"/>
      </a:hlink>
      <a:folHlink>
        <a:srgbClr val="7F7F7F"/>
      </a:folHlink>
    </a:clrScheme>
    <a:fontScheme name="Retrospect">
      <a:majorFont>
        <a:latin typeface="Garamon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otalTime>4</TotalTime>
  <Words>134</Words>
  <Application>Microsoft Macintosh PowerPoint</Application>
  <PresentationFormat>Widescreen</PresentationFormat>
  <Paragraphs>12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Calibri</vt:lpstr>
      <vt:lpstr>Garamond</vt:lpstr>
      <vt:lpstr>RetrospectVTI</vt:lpstr>
      <vt:lpstr>Final Assignment</vt:lpstr>
      <vt:lpstr>Problem Statement </vt:lpstr>
      <vt:lpstr>Data Description </vt:lpstr>
      <vt:lpstr>Methodology</vt:lpstr>
      <vt:lpstr>Results (1 -5)</vt:lpstr>
      <vt:lpstr>Results (2 -5)</vt:lpstr>
      <vt:lpstr>Results (3 -5)</vt:lpstr>
      <vt:lpstr>Results (4 -5)</vt:lpstr>
      <vt:lpstr>Results (5 -5)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Assignment</dc:title>
  <dc:creator>Ramy Youssef</dc:creator>
  <cp:lastModifiedBy>Ramy Youssef</cp:lastModifiedBy>
  <cp:revision>1</cp:revision>
  <dcterms:created xsi:type="dcterms:W3CDTF">2020-04-07T17:31:40Z</dcterms:created>
  <dcterms:modified xsi:type="dcterms:W3CDTF">2020-04-07T17:36:03Z</dcterms:modified>
</cp:coreProperties>
</file>